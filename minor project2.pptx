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8" r:id="rId5"/>
    <p:sldId id="259" r:id="rId6"/>
    <p:sldId id="262" r:id="rId7"/>
    <p:sldId id="267" r:id="rId8"/>
    <p:sldId id="263" r:id="rId9"/>
    <p:sldId id="266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3D8A7-910C-48D7-AEF1-988AC7B1FC1E}" v="24" dt="2026-01-03T17:31:56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58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C5CF-BD48-BE23-5638-9A955348E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D6ADE-4D95-F411-522E-F1D715377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D5CC2-A35B-4342-9374-DD49FDD1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F86C-2E0A-AB06-3DC9-098D02FB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DBF9-D6C5-FCC5-89DE-2029C093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9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2A415-595F-06C1-50A6-24BE1C7C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6CDEC-BDE9-8151-5FF1-DA1993FE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4ECBA-C640-9292-6706-FB6F174F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D02EE-92F2-5958-886F-BE269E40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D2E34-810D-67E8-1C3A-9B0498C4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0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EC53-E9D0-157D-E6A6-C7CC776B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CF780-A665-3BDF-E7E4-ADBE1A398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9341-908E-2F9C-C0CD-F8DE4135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B75E0-8820-C2DD-5A05-E1A5B666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D793-455A-5128-5976-FE3ECB69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0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3FB7-B3E7-08DC-7215-A82EC4FB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7C9C9-7AAD-2036-611F-E0753C651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E9112-6B02-C716-552C-E1E57F0BC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021C3-C074-3DF8-D232-2C0E471F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C8DC4-C9B7-6498-C68F-E98A99E3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13EF6-9BAB-F657-E2D9-7B696DBB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0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1CBA-27A2-3805-72FD-3650865B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8E5F0-E274-57B2-8026-BC5D7B9D8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BDE98-A950-E3AC-B14E-34858369A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F7860-1DC7-579C-0051-D907094C1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8ABF5-2322-1FD7-D0F8-508D1F206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5F438-3BC7-1966-947F-E9B908D2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A067E-0EC9-51BB-25B8-FC96EEE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909B1-6932-652C-B108-B06B991E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7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6B06-B10B-9330-C639-6EFCF75C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2195E-9E4D-D658-F837-DA74962B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0B055-5FBF-6378-610D-D6A22948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9ED6D-A5ED-7FDE-7557-1264DF96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00959-99D9-F5C4-60BB-53E1D735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9724F-08EA-6295-869A-BEE4E941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33B91-52F6-BBEF-0029-D4648A05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3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EDED-BB0C-9F85-CF95-95B054E3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DD2A-6F0E-7B15-1C75-D41862D39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55343-9BAB-2BF1-E4C9-D80CCEA09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F0784-B022-42FF-D806-77CA47B9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78898-C9C8-9CCD-F9D8-981419C8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E11D5-F314-55A0-2B3F-FBD82394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8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C568-F452-7C1A-6D01-93593A2E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67CE-2160-C432-2EF4-AADB1322B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C485C-C912-06FD-034B-0686A48E5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13C73-7EED-E31F-9B51-521F4341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188CC-87CC-1DEB-5DE1-55620E10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65707-1D20-9BF2-08C1-AC052355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680C-9666-30AB-0036-1689D791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FBE37-A6CB-31D8-E482-4A843D8C4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99EE-2462-404B-5034-6969D052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A7C56-DF36-F73E-B382-2898943B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1951-9BD6-073E-393E-699C3EA7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CB436-4C0A-D52E-C313-59D63625D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425C1-C381-326A-0542-76C67A2B1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E5C41-2CDA-7E49-90B3-A8673658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B904-5B57-6206-7442-E9326388B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5878B-A62A-95BD-8427-D1620629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BFA338-E656-0D5E-EF2F-519FD109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A93F2-E2E5-9B56-08A3-3782EDE36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8DB69-80B6-24B8-8CBB-EE322B0B4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6D4C0-4377-481C-9AA1-659E3396997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EEE6D-F668-7C68-4B41-849D78120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D2D84-B9AC-9C1D-DE47-5F66FBEAC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C0602-34AC-4377-B7E3-6000EF24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D5D8-7ED0-FD87-623F-CEE9F77AEC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                   </a:t>
            </a:r>
            <a:r>
              <a:rPr lang="en-US" dirty="0">
                <a:solidFill>
                  <a:srgbClr val="FF0000"/>
                </a:solidFill>
              </a:rPr>
              <a:t>Minor 2 Project  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                                         </a:t>
            </a: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By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Priti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sz="3100" dirty="0">
                <a:solidFill>
                  <a:srgbClr val="FF0000"/>
                </a:solidFill>
              </a:rPr>
            </a:br>
            <a:r>
              <a:rPr lang="en-US" sz="3100" dirty="0">
                <a:solidFill>
                  <a:srgbClr val="FF0000"/>
                </a:solidFill>
              </a:rPr>
              <a:t>Project Title: </a:t>
            </a:r>
            <a:r>
              <a:rPr lang="en-US" sz="3100" dirty="0" err="1">
                <a:solidFill>
                  <a:srgbClr val="FF0000"/>
                </a:solidFill>
              </a:rPr>
              <a:t>Metasploitable</a:t>
            </a:r>
            <a:r>
              <a:rPr lang="en-US" sz="3100" dirty="0">
                <a:solidFill>
                  <a:srgbClr val="FF0000"/>
                </a:solidFill>
              </a:rPr>
              <a:t> Setup and </a:t>
            </a:r>
            <a:r>
              <a:rPr lang="en-US" sz="3100" dirty="0" err="1">
                <a:solidFill>
                  <a:srgbClr val="FF0000"/>
                </a:solidFill>
              </a:rPr>
              <a:t>Mutillidae</a:t>
            </a:r>
            <a:r>
              <a:rPr lang="en-US" sz="3100" dirty="0">
                <a:solidFill>
                  <a:srgbClr val="FF0000"/>
                </a:solidFill>
              </a:rPr>
              <a:t>  </a:t>
            </a:r>
            <a:r>
              <a:rPr lang="en-US" sz="3600" dirty="0">
                <a:solidFill>
                  <a:srgbClr val="FF0000"/>
                </a:solidFill>
              </a:rPr>
              <a:t>Configuration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7232F-1C69-C267-BBC3-026722902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4400" dirty="0"/>
              <a:t>  Introduction </a:t>
            </a:r>
          </a:p>
          <a:p>
            <a:r>
              <a:rPr lang="en-US" sz="4400" dirty="0"/>
              <a:t>This project is based on setting up a vulnerable virtual machine called </a:t>
            </a:r>
            <a:r>
              <a:rPr lang="en-US" sz="4400" dirty="0" err="1"/>
              <a:t>Metasploitable</a:t>
            </a:r>
            <a:r>
              <a:rPr lang="en-US" sz="4400" dirty="0"/>
              <a:t> and configuring the </a:t>
            </a:r>
            <a:r>
              <a:rPr lang="en-US" sz="4400" dirty="0" err="1"/>
              <a:t>Mutillidae</a:t>
            </a:r>
            <a:r>
              <a:rPr lang="en-US" sz="4400" dirty="0"/>
              <a:t> II vulnerable web application. The main objective of this project is to understand basic system setup, user management, snapshot creation, and fixing common configuration errors in a controlled environment. </a:t>
            </a:r>
          </a:p>
        </p:txBody>
      </p:sp>
    </p:spTree>
    <p:extLst>
      <p:ext uri="{BB962C8B-B14F-4D97-AF65-F5344CB8AC3E}">
        <p14:creationId xmlns:p14="http://schemas.microsoft.com/office/powerpoint/2010/main" val="361950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1775-BA05-54A7-6A19-733A9985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Objectives of the project</a:t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A0EBA-918F-AD42-F318-97FA064EB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main objectives of this project are:</a:t>
            </a:r>
          </a:p>
          <a:p>
            <a:r>
              <a:rPr lang="en-US" dirty="0"/>
              <a:t>To install and run </a:t>
            </a:r>
            <a:r>
              <a:rPr lang="en-US" dirty="0" err="1"/>
              <a:t>Metasploitable</a:t>
            </a:r>
            <a:r>
              <a:rPr lang="en-US" dirty="0"/>
              <a:t> successfully</a:t>
            </a:r>
          </a:p>
          <a:p>
            <a:r>
              <a:rPr lang="en-US" dirty="0"/>
              <a:t>To create a new user inside </a:t>
            </a:r>
            <a:r>
              <a:rPr lang="en-US" dirty="0" err="1"/>
              <a:t>Metasploitable</a:t>
            </a:r>
            <a:endParaRPr lang="en-US" dirty="0"/>
          </a:p>
          <a:p>
            <a:r>
              <a:rPr lang="en-US" dirty="0"/>
              <a:t>To take a snapshot for verification</a:t>
            </a:r>
          </a:p>
          <a:p>
            <a:r>
              <a:rPr lang="en-US" dirty="0"/>
              <a:t>To fix </a:t>
            </a:r>
            <a:r>
              <a:rPr lang="en-US" dirty="0" err="1"/>
              <a:t>Mutillidae</a:t>
            </a:r>
            <a:r>
              <a:rPr lang="en-US" dirty="0"/>
              <a:t> II database error</a:t>
            </a:r>
          </a:p>
          <a:p>
            <a:r>
              <a:rPr lang="en-US" dirty="0"/>
              <a:t>To verify </a:t>
            </a:r>
            <a:r>
              <a:rPr lang="en-US" dirty="0" err="1"/>
              <a:t>Mutillidae</a:t>
            </a:r>
            <a:r>
              <a:rPr lang="en-US" dirty="0"/>
              <a:t> II working properly in browser</a:t>
            </a:r>
          </a:p>
          <a:p>
            <a:r>
              <a:rPr lang="en-US" dirty="0"/>
              <a:t>To gain hands-on experience with vulnerable systems</a:t>
            </a:r>
          </a:p>
        </p:txBody>
      </p:sp>
    </p:spTree>
    <p:extLst>
      <p:ext uri="{BB962C8B-B14F-4D97-AF65-F5344CB8AC3E}">
        <p14:creationId xmlns:p14="http://schemas.microsoft.com/office/powerpoint/2010/main" val="347304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28DF-4B34-0440-8F74-27B7D5E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Metasploitable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A16BB-CD44-A3AC-0106-09FED6A59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8"/>
            <a:r>
              <a:rPr lang="en-US" sz="3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Metasploitable</a:t>
            </a:r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Installation Process</a:t>
            </a:r>
          </a:p>
          <a:p>
            <a:r>
              <a:rPr lang="en-US" dirty="0"/>
              <a:t>Download </a:t>
            </a:r>
            <a:r>
              <a:rPr lang="en-US" dirty="0" err="1"/>
              <a:t>Metasploitable</a:t>
            </a:r>
            <a:r>
              <a:rPr lang="en-US" dirty="0"/>
              <a:t> 2 ZIP file</a:t>
            </a:r>
          </a:p>
          <a:p>
            <a:r>
              <a:rPr lang="en-US" dirty="0"/>
              <a:t>Extract the file</a:t>
            </a:r>
          </a:p>
          <a:p>
            <a:r>
              <a:rPr lang="en-US" dirty="0"/>
              <a:t>Open VMware Workstation</a:t>
            </a:r>
          </a:p>
          <a:p>
            <a:r>
              <a:rPr lang="en-US" dirty="0"/>
              <a:t>Select Open a Virtual Machine</a:t>
            </a:r>
          </a:p>
          <a:p>
            <a:r>
              <a:rPr lang="en-US" dirty="0"/>
              <a:t>Choose the </a:t>
            </a:r>
            <a:r>
              <a:rPr lang="en-US" dirty="0" err="1"/>
              <a:t>Metasploitable</a:t>
            </a:r>
            <a:r>
              <a:rPr lang="en-US" dirty="0"/>
              <a:t> .</a:t>
            </a:r>
            <a:r>
              <a:rPr lang="en-US" dirty="0" err="1"/>
              <a:t>vmx</a:t>
            </a:r>
            <a:r>
              <a:rPr lang="en-US" dirty="0"/>
              <a:t> file</a:t>
            </a:r>
          </a:p>
          <a:p>
            <a:r>
              <a:rPr lang="en-US" dirty="0"/>
              <a:t>Start the virtual machine</a:t>
            </a:r>
          </a:p>
          <a:p>
            <a:r>
              <a:rPr lang="en-US" dirty="0"/>
              <a:t>Login using default credentials</a:t>
            </a:r>
          </a:p>
        </p:txBody>
      </p:sp>
    </p:spTree>
    <p:extLst>
      <p:ext uri="{BB962C8B-B14F-4D97-AF65-F5344CB8AC3E}">
        <p14:creationId xmlns:p14="http://schemas.microsoft.com/office/powerpoint/2010/main" val="271733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9DE8-3646-F966-A78F-F4A7F007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Metasploitable</a:t>
            </a:r>
            <a:r>
              <a:rPr lang="en-US" dirty="0"/>
              <a:t> setup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E740A18-D143-C7E8-B17B-BC1D618BA5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9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Username: msfadmin</a:t>
            </a:r>
          </a:p>
          <a:p>
            <a:r>
              <a:rPr lang="en-US"/>
              <a:t>Password: msfadmin</a:t>
            </a:r>
            <a:endParaRPr lang="en-US" dirty="0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BCF43C-74AE-769A-A4EE-0E9010020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06" y="2631861"/>
            <a:ext cx="6763694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8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BB82-3BB9-DAA8-2997-74D97464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creation in </a:t>
            </a:r>
            <a:r>
              <a:rPr lang="en-US" dirty="0" err="1"/>
              <a:t>metasploitable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4456D-2ECB-66ED-F663-A31F07C68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825625"/>
            <a:ext cx="10515600" cy="4351338"/>
          </a:xfrm>
        </p:spPr>
        <p:txBody>
          <a:bodyPr/>
          <a:lstStyle/>
          <a:p>
            <a:r>
              <a:rPr lang="en-US" dirty="0"/>
              <a:t>Create a new </a:t>
            </a:r>
            <a:r>
              <a:rPr lang="en-US" dirty="0" err="1"/>
              <a:t>unser</a:t>
            </a:r>
            <a:r>
              <a:rPr lang="en-US" dirty="0"/>
              <a:t> inside </a:t>
            </a:r>
            <a:r>
              <a:rPr lang="en-US" dirty="0" err="1"/>
              <a:t>metasploitable</a:t>
            </a:r>
            <a:r>
              <a:rPr lang="en-US" dirty="0"/>
              <a:t> </a:t>
            </a:r>
          </a:p>
          <a:p>
            <a:r>
              <a:rPr lang="en-US" dirty="0"/>
              <a:t>                                                                        Command: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adduser</a:t>
            </a:r>
            <a:r>
              <a:rPr lang="en-US" dirty="0"/>
              <a:t> </a:t>
            </a:r>
            <a:r>
              <a:rPr lang="en-US" dirty="0" err="1"/>
              <a:t>priti</a:t>
            </a:r>
            <a:endParaRPr lang="en-US" dirty="0"/>
          </a:p>
          <a:p>
            <a:r>
              <a:rPr lang="en-US" dirty="0" err="1"/>
              <a:t>Varify</a:t>
            </a:r>
            <a:r>
              <a:rPr lang="en-US" dirty="0"/>
              <a:t> user creation</a:t>
            </a:r>
          </a:p>
          <a:p>
            <a:r>
              <a:rPr lang="en-US" sz="1600" dirty="0"/>
              <a:t>Cat /</a:t>
            </a:r>
            <a:r>
              <a:rPr lang="en-US" sz="1600" dirty="0" err="1"/>
              <a:t>etc</a:t>
            </a:r>
            <a:r>
              <a:rPr lang="en-US" sz="1600" dirty="0"/>
              <a:t>/passwd</a:t>
            </a:r>
          </a:p>
        </p:txBody>
      </p: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EF78AD8-5D06-63D1-3A2D-E684DA2AE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621" y="2779407"/>
            <a:ext cx="7582958" cy="396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1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5C48-1051-C61E-9CAE-95FF9673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 err="1"/>
              <a:t>Mutillidae</a:t>
            </a:r>
            <a:r>
              <a:rPr lang="es-ES" sz="4800" dirty="0"/>
              <a:t> II </a:t>
            </a:r>
            <a:r>
              <a:rPr lang="es-ES" sz="4800" dirty="0" err="1"/>
              <a:t>Database</a:t>
            </a:r>
            <a:r>
              <a:rPr lang="es-ES" sz="4800" dirty="0"/>
              <a:t> Error </a:t>
            </a:r>
            <a:r>
              <a:rPr lang="es-ES" sz="4800" dirty="0" err="1"/>
              <a:t>Fix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47DD-10E8-DF48-1A68-5FD68449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343025"/>
            <a:ext cx="10515600" cy="4351338"/>
          </a:xfrm>
        </p:spPr>
        <p:txBody>
          <a:bodyPr/>
          <a:lstStyle/>
          <a:p>
            <a:r>
              <a:rPr lang="en-US" dirty="0" err="1"/>
              <a:t>Mutillidae</a:t>
            </a:r>
            <a:r>
              <a:rPr lang="en-US" dirty="0"/>
              <a:t> II is a vulnerable web application used for practicing web security testing. To run </a:t>
            </a:r>
            <a:r>
              <a:rPr lang="en-US" dirty="0" err="1"/>
              <a:t>Mutillidae</a:t>
            </a:r>
            <a:r>
              <a:rPr lang="en-US" dirty="0"/>
              <a:t> II, Apache and MySQL services were started.</a:t>
            </a:r>
          </a:p>
          <a:p>
            <a:r>
              <a:rPr lang="en-US" dirty="0" err="1"/>
              <a:t>Commads</a:t>
            </a:r>
            <a:r>
              <a:rPr lang="en-US" dirty="0"/>
              <a:t> used</a:t>
            </a:r>
          </a:p>
          <a:p>
            <a:pPr marL="0" indent="0">
              <a:buNone/>
            </a:pPr>
            <a:r>
              <a:rPr lang="en-US" dirty="0"/>
              <a:t>1 </a:t>
            </a:r>
            <a:r>
              <a:rPr lang="en-US" sz="2000" dirty="0" err="1"/>
              <a:t>sudo</a:t>
            </a:r>
            <a:r>
              <a:rPr lang="en-US" sz="2000" dirty="0"/>
              <a:t> service </a:t>
            </a:r>
            <a:r>
              <a:rPr lang="en-US" sz="2000" dirty="0" err="1"/>
              <a:t>apache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Start</a:t>
            </a:r>
          </a:p>
          <a:p>
            <a:pPr marL="0" indent="0">
              <a:buNone/>
            </a:pPr>
            <a:r>
              <a:rPr lang="en-US" dirty="0"/>
              <a:t>2 </a:t>
            </a:r>
            <a:r>
              <a:rPr lang="en-US" sz="2400" dirty="0" err="1"/>
              <a:t>sudo</a:t>
            </a:r>
            <a:r>
              <a:rPr lang="en-US" sz="2400" dirty="0"/>
              <a:t> service </a:t>
            </a:r>
            <a:r>
              <a:rPr lang="en-US" sz="2400" dirty="0" err="1"/>
              <a:t>mysql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start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77498BC-4BA3-972D-00DE-33D7EC922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0" y="2222500"/>
            <a:ext cx="7518400" cy="415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1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2BCC-142D-11EA-FBDB-1758026D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C33F-7EFF-C2ED-5DAE-3670B8F8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After starting the required services, the IP address of the </a:t>
            </a:r>
            <a:r>
              <a:rPr lang="en-US" dirty="0" err="1"/>
              <a:t>Metasploitable</a:t>
            </a:r>
            <a:r>
              <a:rPr lang="en-US" dirty="0"/>
              <a:t> system was identified using the </a:t>
            </a:r>
            <a:r>
              <a:rPr lang="en-US" dirty="0" err="1"/>
              <a:t>ifconfig</a:t>
            </a:r>
            <a:r>
              <a:rPr lang="en-US" dirty="0"/>
              <a:t> command. This IP address was then used to access the </a:t>
            </a:r>
            <a:r>
              <a:rPr lang="en-US" dirty="0" err="1"/>
              <a:t>Mutillidae</a:t>
            </a:r>
            <a:r>
              <a:rPr lang="en-US" dirty="0"/>
              <a:t> II application through a web browser.</a:t>
            </a:r>
          </a:p>
          <a:p>
            <a:r>
              <a:rPr lang="en-US" dirty="0"/>
              <a:t>The </a:t>
            </a:r>
            <a:r>
              <a:rPr lang="en-US" dirty="0" err="1"/>
              <a:t>Mutillidae</a:t>
            </a:r>
            <a:r>
              <a:rPr lang="en-US" dirty="0"/>
              <a:t> II application was opened in the browser using the following URL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http://&lt;Metasploitable-IP&gt;/mutillidae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</a:rPr>
              <a:t>After this, </a:t>
            </a:r>
            <a:r>
              <a:rPr lang="en-US" sz="4400" dirty="0" err="1">
                <a:solidFill>
                  <a:srgbClr val="FF0000"/>
                </a:solidFill>
              </a:rPr>
              <a:t>Mutillidae</a:t>
            </a:r>
            <a:r>
              <a:rPr lang="en-US" sz="4400" dirty="0">
                <a:solidFill>
                  <a:srgbClr val="FF0000"/>
                </a:solidFill>
              </a:rPr>
              <a:t> II worked properly without any error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895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65EB-F68E-B31C-D180-AB709ABD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17D825D-B455-B1C9-86A9-1B0B48819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270440"/>
            <a:ext cx="8229600" cy="6222435"/>
          </a:xfrm>
        </p:spPr>
      </p:pic>
    </p:spTree>
    <p:extLst>
      <p:ext uri="{BB962C8B-B14F-4D97-AF65-F5344CB8AC3E}">
        <p14:creationId xmlns:p14="http://schemas.microsoft.com/office/powerpoint/2010/main" val="189351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483B-6C40-A13B-4287-6A231BBF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E83D8F4-65A4-9A61-70B8-FF16D08F9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41300"/>
            <a:ext cx="9017960" cy="5935663"/>
          </a:xfrm>
        </p:spPr>
      </p:pic>
    </p:spTree>
    <p:extLst>
      <p:ext uri="{BB962C8B-B14F-4D97-AF65-F5344CB8AC3E}">
        <p14:creationId xmlns:p14="http://schemas.microsoft.com/office/powerpoint/2010/main" val="397346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BB7D-068C-1E98-2D10-8D77F781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8900"/>
            <a:ext cx="10515600" cy="177958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FB6804A6-679F-2F50-3D5E-9CFBB3649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5100"/>
            <a:ext cx="7404100" cy="62865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D14E1-145B-9B13-2F26-E020FAC6588F}"/>
              </a:ext>
            </a:extLst>
          </p:cNvPr>
          <p:cNvSpPr txBox="1"/>
          <p:nvPr/>
        </p:nvSpPr>
        <p:spPr>
          <a:xfrm>
            <a:off x="57150" y="169068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without errors.</a:t>
            </a:r>
          </a:p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</a:rPr>
              <a:t>Mutillidae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 is accessed through</a:t>
            </a:r>
          </a:p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 browser </a:t>
            </a:r>
          </a:p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and verified working </a:t>
            </a:r>
          </a:p>
        </p:txBody>
      </p:sp>
    </p:spTree>
    <p:extLst>
      <p:ext uri="{BB962C8B-B14F-4D97-AF65-F5344CB8AC3E}">
        <p14:creationId xmlns:p14="http://schemas.microsoft.com/office/powerpoint/2010/main" val="113205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7B92-CBF7-46B5-2C72-8A883756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D4B299-88CF-1743-FED3-9337DF8F6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06" y="365125"/>
            <a:ext cx="11164594" cy="4351338"/>
          </a:xfrm>
        </p:spPr>
      </p:pic>
    </p:spTree>
    <p:extLst>
      <p:ext uri="{BB962C8B-B14F-4D97-AF65-F5344CB8AC3E}">
        <p14:creationId xmlns:p14="http://schemas.microsoft.com/office/powerpoint/2010/main" val="3691757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1778-22A7-159F-7C5A-DE866F74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002060"/>
                </a:solidFill>
              </a:rPr>
              <a:t>Result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DE7C6-7148-1040-20A6-A542F609C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project objectives were completed successfully.</a:t>
            </a:r>
          </a:p>
          <a:p>
            <a:r>
              <a:rPr lang="en-US" dirty="0" err="1"/>
              <a:t>Metasploitable</a:t>
            </a:r>
            <a:r>
              <a:rPr lang="en-US" dirty="0"/>
              <a:t> is running properly, user creation is verified, snapshot is taken, and </a:t>
            </a:r>
            <a:r>
              <a:rPr lang="en-US" dirty="0" err="1"/>
              <a:t>Mutillidae</a:t>
            </a:r>
            <a:r>
              <a:rPr lang="en-US" dirty="0"/>
              <a:t> II works without any database error.</a:t>
            </a:r>
          </a:p>
        </p:txBody>
      </p:sp>
    </p:spTree>
    <p:extLst>
      <p:ext uri="{BB962C8B-B14F-4D97-AF65-F5344CB8AC3E}">
        <p14:creationId xmlns:p14="http://schemas.microsoft.com/office/powerpoint/2010/main" val="1440404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16DA-3835-C509-9088-9216AECF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149E-7CFA-9207-AC67-898694B52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355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                    Minor 2 Project                                                      By Priti  Project Title: Metasploitable Setup and Mutillidae  Configuration </vt:lpstr>
      <vt:lpstr>Objectives of the project </vt:lpstr>
      <vt:lpstr>Metasploitable setup</vt:lpstr>
      <vt:lpstr>Metasploitable setup</vt:lpstr>
      <vt:lpstr>User creation in metasploitable</vt:lpstr>
      <vt:lpstr>Mutillidae II Database Error Fix</vt:lpstr>
      <vt:lpstr>PowerPoint Presentation</vt:lpstr>
      <vt:lpstr>PowerPoint Presentation</vt:lpstr>
      <vt:lpstr>PowerPoint Presentation</vt:lpstr>
      <vt:lpstr>      </vt:lpstr>
      <vt:lpstr>PowerPoint Presentation</vt:lpstr>
      <vt:lpstr>Result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 kumari</dc:creator>
  <cp:lastModifiedBy>Priti kumari</cp:lastModifiedBy>
  <cp:revision>2</cp:revision>
  <dcterms:created xsi:type="dcterms:W3CDTF">2026-01-03T16:07:43Z</dcterms:created>
  <dcterms:modified xsi:type="dcterms:W3CDTF">2026-01-03T17:35:58Z</dcterms:modified>
</cp:coreProperties>
</file>